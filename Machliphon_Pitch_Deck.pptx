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Machliphon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4B4A0"/>
                </a:solidFill>
              </a:defRPr>
            </a:pPr>
            <a:r>
              <a:t>Smart Substitute Teacher Management for Israeli Kindergartens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C64"/>
          </a:solidFill>
          <a:ln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Israeli kindergartens struggle with last-minute teacher absences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Manual substitute teacher coordination is time-consuming and error-prone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Municipal authorities need real-time visibility across all kindergartens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No centralized platform for managing availability and assignments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Current solutions are fragmented and inefficient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C64"/>
          </a:solidFill>
          <a:ln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Centralized platform for substitute teacher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Real-time assignment and availability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Three-role system: Authority managers, kindergarten managers, substitutes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Mobile-responsive, PWA-enabled for accessibility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Secure, scalable architecture built on modern tech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C64"/>
          </a:solidFill>
          <a:ln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1,700+ kindergartens in Israel needing management solutions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Growing demand for digital transformation in education sector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Municipal authorities managing 50-300+ kindergartens each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Additional revenue from substitute teacher marketplace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Expansion potential to schools, daycares, and other institutions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C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E3C64"/>
                </a:solidFill>
              </a:defRPr>
            </a:pPr>
            <a:r>
              <a:t>Frontend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React + TypeScript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Vite build tool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Tailwind CSS (RTL-ready)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React Query for data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Zustand state management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Lucide React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E3C64"/>
                </a:solidFill>
              </a:defRPr>
            </a:pPr>
            <a:r>
              <a:t>Backend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Node.js + Express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PostgreSQL 15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JWT authentication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bcrypt security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Helmet &amp; rate limiting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Express error handling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C64"/>
          </a:solidFill>
          <a:ln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Architecture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Monorepo structure (client/ &amp; server/) for code sharing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RESTful API with 8 resource endpoints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Comprehensive database schema (20+ tables)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Role-based access control (RBAC)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Hebrew &amp; RTL-first design for local market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C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E3C64"/>
                </a:solidFill>
              </a:defRPr>
            </a:pPr>
            <a:r>
              <a:t>Authority Management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Dashboard analytics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Multi-kindergarten oversight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User management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Activity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E3C64"/>
                </a:solidFill>
              </a:defRPr>
            </a:pPr>
            <a:r>
              <a:t>Substitute Management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Availability tracking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Real-time assignments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Absence notifications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Performance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C64"/>
          </a:solidFill>
          <a:ln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Deployment &amp;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Frontend: Vercel (auto-deploy, CDN, serverless)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Backend: Railway with PostgreSQL 15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Database migrations handled automatically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NIXPACKS build system for easy scaling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Zero-downtime deployments with auto-restart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C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Go-to-Market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E3C64"/>
                </a:solidFill>
              </a:defRPr>
            </a:pPr>
            <a:r>
              <a:t>Phase 1: MVP Launch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Target 5-10 municipal authorities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Gather user feedback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Refine core features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Build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E3C64"/>
                </a:solidFill>
              </a:defRPr>
            </a:pPr>
            <a:r>
              <a:t>Phase 2: Scale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Expand to 50+ municipalities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Add marketplace features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Implement integrations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Premium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C64"/>
          </a:solidFill>
          <a:ln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Revenue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SaaS subscription per municipality (₪5,000-25,000/month)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Tiered pricing based on number of kindergartens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Optional premium features (analytics, reporting, API access)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Substitute teacher commission (1-3% of marketplace transactions)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Professional services &amp; customization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C64"/>
          </a:solidFill>
          <a:ln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Competitive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Built specifically for Israeli educational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Hebrew + RTL-first design from the ground 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Deep understanding of municipal authority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Scalable architecture ready for growth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• Modern tech stack with security best practices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C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E3C64"/>
                </a:solidFill>
              </a:defRPr>
            </a:pPr>
            <a:r>
              <a:t>Immediate (Q2 2026)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Deploy MVP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Onboard pilot customers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Gather feedback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Iterate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E3C64"/>
                </a:solidFill>
              </a:defRPr>
            </a:pPr>
            <a:r>
              <a:t>Q3-Q4 2026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Scale to 20+ authorities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Build marketplace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Analytics dashboard</a:t>
            </a:r>
          </a:p>
          <a:p>
            <a:pPr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Mobile app (iOS/Android)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Ready to Transform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4B4A0"/>
                </a:solidFill>
              </a:defRPr>
            </a:pPr>
            <a:r>
              <a:t>Let's build the future of kindergarten management in Israel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